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16CED6-6F71-462A-96A6-87FE96EFD2D4}">
          <p14:sldIdLst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C3B5B-A05A-4C3E-9841-A28F2810818A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C341B-4727-4E30-9D9E-60A51DFEE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72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C341B-4727-4E30-9D9E-60A51DFEECE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58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95A7-3572-40A7-97A6-CB09DAAF6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DDBFA-B2FA-42AC-A7E6-D8051FAE1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05D77-5D35-47DD-B52E-7814CC66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FAEF4-7249-4125-859D-E1E5CD32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55533-773D-4FEE-B4D5-673414D1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9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D2A0-A212-40D2-B11E-8DBB08F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437C-B230-4E65-B98F-BF6A48AC5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C6188-D2AC-4A69-99D7-316A1E7D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952B5-8BEF-4CB2-BFB2-A3DB8EA3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6363E-9D14-4EC5-9C91-074DA60F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33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B3D8-A481-41F0-BDCD-096C1AAB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CCFA8-D8C0-49D1-8F37-BA5E2813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8CDD7-FC16-4D11-AD12-6DD8F0DA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5A2F9-1554-4C55-B4D1-37EF012A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26D72-4A62-46A4-83B4-DE67A295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52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A4D4-4871-4219-A217-7B39F03C5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4CB49-6E32-4216-9BBE-4E21E223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2F6A8-2857-4F91-8419-4FEF041A8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B68EB-3B86-4B39-B3AC-2DDF3B76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BF261-E78D-4C91-9947-2DA85439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0C0AA-907B-4092-8FCC-7C559D37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28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69F7-2C07-4AE8-9E80-7BFF375F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B0F6D-8AF9-4340-A1D4-EB09888F2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A64F8-1D35-4351-86F3-EC5DD0C5B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0EDDD-4368-44EE-BFCB-22342F733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AB1D0-1355-48F7-A450-597CD8A72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BFA3D-7277-4DFC-A0FA-646B2870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2DAF5-CAD7-4E69-B0C6-A5BDA93C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A8834-1D55-4041-B1F2-97D6A50E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00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EF4A-5CBA-47E1-A8C5-394D381A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5372B-50CB-4D6E-AFD6-3BF72F7F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6A073-14EC-40A7-9797-149728AA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E622F-11D8-433B-9870-B2ECEC4B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87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CA2AC-6DEF-44D9-B4E2-56091CC2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A0411-57B7-40C7-812C-6694B33E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BC7BF-2F12-4006-A353-2229AB98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0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74B5-ECD8-4B56-94E0-8EE2B5408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9A762-B6A4-4E96-B34B-4902741E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1CC03-C53B-46DC-AB24-692C7F00E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989F2-A759-4934-A1D0-406CB785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8C1CC-2417-4AC2-BFBD-EBEE19482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066D0-6C5F-4507-8344-1F84E575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40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1DDA-91D6-47F8-AD6B-EF39BC81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D9808-E772-4C5B-B2AD-9BC648899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4C23F-AAE1-45E5-BAF9-040C112FD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E22C6-478F-474F-9571-4050D17D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87C1C-BA5E-4557-903C-25C9AD9D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8581D-3D56-448A-8770-3065EBFF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6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3AD1-6C36-45DF-A85B-E7228C08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DE1A2-9599-4105-AFEA-D08A14D01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7F1B4-9A11-42C8-AAB5-E0CA99F4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507EB-2FEA-4D38-9B72-52766151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2AB4-91EA-4800-A635-3A82934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44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6AEF0-5E12-4B9A-AAA0-28CEFD4A4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4BE38-2851-4573-A91E-F88196593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2FECA-B7A3-4D7C-ADD7-98FD08A5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C848E-A579-4117-8778-0B6A85D5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9C24F-50F3-4B56-998E-4EA6F179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72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865B4A-0B57-40C0-921D-0642DA2F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1019A-9AE7-43B3-A6E3-1B937789A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6EA0D-8892-4EE0-8DE4-9085A10A6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732F0-1EE7-44F1-A052-5E10EB704065}" type="datetimeFigureOut">
              <a:rPr lang="en-GB" smtClean="0"/>
              <a:t>20/03/2020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2EEF3-23B4-4D26-AF5E-CDF1AADBC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11644-146A-4787-9EAD-99A571AC7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D1BB0-D5E3-4821-BB56-53B40C7C4E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95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BD2D09AD-ED25-49DD-84BD-58E81656B7CC}"/>
              </a:ext>
            </a:extLst>
          </p:cNvPr>
          <p:cNvSpPr/>
          <p:nvPr/>
        </p:nvSpPr>
        <p:spPr>
          <a:xfrm>
            <a:off x="5862341" y="109855"/>
            <a:ext cx="6216650" cy="6470650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905BD90-B629-45FD-B09A-6055566F031E}"/>
              </a:ext>
            </a:extLst>
          </p:cNvPr>
          <p:cNvSpPr/>
          <p:nvPr/>
        </p:nvSpPr>
        <p:spPr>
          <a:xfrm>
            <a:off x="769620" y="952500"/>
            <a:ext cx="1112520" cy="1112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5DAEB8-FD07-42FF-9E92-0690FA4B5BD7}"/>
              </a:ext>
            </a:extLst>
          </p:cNvPr>
          <p:cNvSpPr/>
          <p:nvPr/>
        </p:nvSpPr>
        <p:spPr>
          <a:xfrm>
            <a:off x="769620" y="2232660"/>
            <a:ext cx="1112520" cy="1112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9CB58A-FD45-4BB3-8EF5-1F9EC5CEF867}"/>
              </a:ext>
            </a:extLst>
          </p:cNvPr>
          <p:cNvSpPr/>
          <p:nvPr/>
        </p:nvSpPr>
        <p:spPr>
          <a:xfrm>
            <a:off x="769620" y="3512820"/>
            <a:ext cx="1112520" cy="1112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FD5A9B-2177-46D2-AAF5-B0F45B348880}"/>
              </a:ext>
            </a:extLst>
          </p:cNvPr>
          <p:cNvSpPr/>
          <p:nvPr/>
        </p:nvSpPr>
        <p:spPr>
          <a:xfrm>
            <a:off x="769620" y="4792980"/>
            <a:ext cx="1112520" cy="1112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948C90-13C8-41BF-933C-BA4AE48AE821}"/>
              </a:ext>
            </a:extLst>
          </p:cNvPr>
          <p:cNvSpPr/>
          <p:nvPr/>
        </p:nvSpPr>
        <p:spPr>
          <a:xfrm>
            <a:off x="4213860" y="1280160"/>
            <a:ext cx="1196340" cy="44653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Front-End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A73F5-D8DA-4E43-977E-94642E87A712}"/>
              </a:ext>
            </a:extLst>
          </p:cNvPr>
          <p:cNvSpPr/>
          <p:nvPr/>
        </p:nvSpPr>
        <p:spPr>
          <a:xfrm>
            <a:off x="10363200" y="4747260"/>
            <a:ext cx="1196340" cy="11963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Back-End Server</a:t>
            </a:r>
          </a:p>
          <a:p>
            <a:pPr algn="ctr"/>
            <a:r>
              <a:rPr lang="en-GB" sz="1600" dirty="0"/>
              <a:t>(Secondary)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A6A38B-FE2F-45C4-90CC-969AC930778D}"/>
              </a:ext>
            </a:extLst>
          </p:cNvPr>
          <p:cNvSpPr/>
          <p:nvPr/>
        </p:nvSpPr>
        <p:spPr>
          <a:xfrm>
            <a:off x="10363200" y="3470910"/>
            <a:ext cx="1196340" cy="11963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Back-End Server</a:t>
            </a:r>
          </a:p>
          <a:p>
            <a:pPr algn="ctr"/>
            <a:r>
              <a:rPr lang="en-GB" sz="1600" dirty="0"/>
              <a:t>(Secondary)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FCE43-63C3-4F4D-A705-4A80EBF8BE81}"/>
              </a:ext>
            </a:extLst>
          </p:cNvPr>
          <p:cNvSpPr/>
          <p:nvPr/>
        </p:nvSpPr>
        <p:spPr>
          <a:xfrm>
            <a:off x="7288530" y="2914650"/>
            <a:ext cx="1196340" cy="11963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Back-End Server</a:t>
            </a:r>
          </a:p>
          <a:p>
            <a:pPr algn="ctr"/>
            <a:r>
              <a:rPr lang="en-GB" dirty="0"/>
              <a:t>(Primary)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BCE5D2-EA03-429A-BA76-4B87F84CCCAA}"/>
              </a:ext>
            </a:extLst>
          </p:cNvPr>
          <p:cNvSpPr/>
          <p:nvPr/>
        </p:nvSpPr>
        <p:spPr>
          <a:xfrm>
            <a:off x="10363200" y="2190750"/>
            <a:ext cx="1196340" cy="11963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Back-End Server</a:t>
            </a:r>
          </a:p>
          <a:p>
            <a:pPr algn="ctr"/>
            <a:r>
              <a:rPr lang="en-GB" sz="1600" dirty="0"/>
              <a:t>(Secondary)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6304A-A7D1-438A-AB05-662DE409275A}"/>
              </a:ext>
            </a:extLst>
          </p:cNvPr>
          <p:cNvSpPr/>
          <p:nvPr/>
        </p:nvSpPr>
        <p:spPr>
          <a:xfrm>
            <a:off x="10363200" y="910590"/>
            <a:ext cx="1196340" cy="11963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Back-End Server</a:t>
            </a:r>
          </a:p>
          <a:p>
            <a:pPr algn="ctr"/>
            <a:r>
              <a:rPr lang="en-GB" sz="1600" dirty="0"/>
              <a:t>(Secondary)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C7CF87-5CA3-4EA6-950F-8375E4077C84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8484870" y="1508760"/>
            <a:ext cx="1878330" cy="20040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2405EF-1310-4A8E-AAAA-10688FFD6B9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8484870" y="2788920"/>
            <a:ext cx="1878330" cy="723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C971B4-63A9-4DFD-89B1-AC35CE71034A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8484870" y="3512820"/>
            <a:ext cx="1878330" cy="5562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3E2E41-BDBB-4E2A-A1B9-10351ECAE15C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8484870" y="3512820"/>
            <a:ext cx="1878330" cy="18326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FA692D-29E7-47C9-980D-706B564FE401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410200" y="3512820"/>
            <a:ext cx="187833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933FCE9-EC96-43ED-A8ED-C7ACC925C44C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882140" y="1508760"/>
            <a:ext cx="233172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E7B7A0B-7CCD-461D-AC71-CB4EE5FA4BE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882140" y="2788920"/>
            <a:ext cx="233172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4F79144-BD04-4AA1-B7E9-B99258160807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882140" y="4069080"/>
            <a:ext cx="233172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BB162B1-5525-4830-A930-F1D37DEEE8D7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1882140" y="5349240"/>
            <a:ext cx="2331720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F41319-9DA7-4D79-99FA-919AE9A2FFE0}"/>
              </a:ext>
            </a:extLst>
          </p:cNvPr>
          <p:cNvSpPr txBox="1"/>
          <p:nvPr/>
        </p:nvSpPr>
        <p:spPr>
          <a:xfrm>
            <a:off x="1151562" y="5911850"/>
            <a:ext cx="461665" cy="73914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GB" b="1" dirty="0"/>
              <a:t>. . .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EDA04B-F87A-48C8-90B2-93F9933553B5}"/>
              </a:ext>
            </a:extLst>
          </p:cNvPr>
          <p:cNvSpPr txBox="1"/>
          <p:nvPr/>
        </p:nvSpPr>
        <p:spPr>
          <a:xfrm>
            <a:off x="10799752" y="5932170"/>
            <a:ext cx="461665" cy="73914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GB" b="1" dirty="0"/>
              <a:t>. . . </a:t>
            </a:r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EC3AA7D3-FA59-4E3A-9D94-95FFD9F09351}"/>
              </a:ext>
            </a:extLst>
          </p:cNvPr>
          <p:cNvCxnSpPr>
            <a:cxnSpLocks/>
            <a:stCxn id="4" idx="0"/>
            <a:endCxn id="13" idx="0"/>
          </p:cNvCxnSpPr>
          <p:nvPr/>
        </p:nvCxnSpPr>
        <p:spPr>
          <a:xfrm rot="16200000" flipH="1">
            <a:off x="3625215" y="-1346835"/>
            <a:ext cx="1962150" cy="6560820"/>
          </a:xfrm>
          <a:prstGeom prst="curvedConnector3">
            <a:avLst>
              <a:gd name="adj1" fmla="val -25178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Multiplication Sign 76">
            <a:extLst>
              <a:ext uri="{FF2B5EF4-FFF2-40B4-BE49-F238E27FC236}">
                <a16:creationId xmlns:a16="http://schemas.microsoft.com/office/drawing/2014/main" id="{8297C584-B8C7-4850-88CC-C4A36DDA025C}"/>
              </a:ext>
            </a:extLst>
          </p:cNvPr>
          <p:cNvSpPr/>
          <p:nvPr/>
        </p:nvSpPr>
        <p:spPr>
          <a:xfrm>
            <a:off x="5469911" y="305315"/>
            <a:ext cx="784860" cy="784860"/>
          </a:xfrm>
          <a:prstGeom prst="mathMultiply">
            <a:avLst>
              <a:gd name="adj1" fmla="val 49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BFEA6A-4026-4D29-85C7-545DF17BB9BE}"/>
              </a:ext>
            </a:extLst>
          </p:cNvPr>
          <p:cNvSpPr txBox="1"/>
          <p:nvPr/>
        </p:nvSpPr>
        <p:spPr>
          <a:xfrm>
            <a:off x="6167131" y="305314"/>
            <a:ext cx="17678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Communication between a Client and a Back-End component is not possible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EFB2EAB-7BE4-44F2-8A19-89C9D2069601}"/>
              </a:ext>
            </a:extLst>
          </p:cNvPr>
          <p:cNvSpPr txBox="1"/>
          <p:nvPr/>
        </p:nvSpPr>
        <p:spPr>
          <a:xfrm>
            <a:off x="755046" y="440844"/>
            <a:ext cx="1212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i="1" dirty="0"/>
              <a:t>n</a:t>
            </a:r>
            <a:r>
              <a:rPr lang="en-GB" sz="900" dirty="0"/>
              <a:t> clients, where </a:t>
            </a:r>
            <a:r>
              <a:rPr lang="en-GB" sz="900" b="1" i="1" dirty="0"/>
              <a:t>n</a:t>
            </a:r>
            <a:r>
              <a:rPr lang="en-GB" sz="900" dirty="0"/>
              <a:t> ≥ 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AC5EEE-79C7-437A-B1D0-EFBA30F0EC3C}"/>
              </a:ext>
            </a:extLst>
          </p:cNvPr>
          <p:cNvSpPr txBox="1"/>
          <p:nvPr/>
        </p:nvSpPr>
        <p:spPr>
          <a:xfrm>
            <a:off x="5930174" y="5870723"/>
            <a:ext cx="1638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Back-End components behave as a contiguous system for the purposes of the client, subject to relevant transparencies</a:t>
            </a:r>
          </a:p>
        </p:txBody>
      </p:sp>
      <p:sp>
        <p:nvSpPr>
          <p:cNvPr id="97" name="Flowchart: Decision 96">
            <a:extLst>
              <a:ext uri="{FF2B5EF4-FFF2-40B4-BE49-F238E27FC236}">
                <a16:creationId xmlns:a16="http://schemas.microsoft.com/office/drawing/2014/main" id="{BC1B6112-CF77-4E4A-96A1-5F301045051B}"/>
              </a:ext>
            </a:extLst>
          </p:cNvPr>
          <p:cNvSpPr/>
          <p:nvPr/>
        </p:nvSpPr>
        <p:spPr>
          <a:xfrm>
            <a:off x="6654165" y="4647564"/>
            <a:ext cx="2465070" cy="1157605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External Web Service – Postcode Verification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C9A3A6A-D8F3-4ADA-957E-5001232E5D01}"/>
              </a:ext>
            </a:extLst>
          </p:cNvPr>
          <p:cNvCxnSpPr>
            <a:cxnSpLocks/>
            <a:stCxn id="97" idx="0"/>
            <a:endCxn id="13" idx="2"/>
          </p:cNvCxnSpPr>
          <p:nvPr/>
        </p:nvCxnSpPr>
        <p:spPr>
          <a:xfrm flipV="1">
            <a:off x="7886700" y="4110990"/>
            <a:ext cx="0" cy="536574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75C23E8A-2AA3-4921-871F-62F1B00807FE}"/>
              </a:ext>
            </a:extLst>
          </p:cNvPr>
          <p:cNvSpPr txBox="1"/>
          <p:nvPr/>
        </p:nvSpPr>
        <p:spPr>
          <a:xfrm>
            <a:off x="5465445" y="3047556"/>
            <a:ext cx="17678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Front-End Server forwards requests to Primary Back-End Server for processing, and delivers any responses back to the Client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D8F99A7-9AF9-4FE7-BCF2-EA9D224029BD}"/>
              </a:ext>
            </a:extLst>
          </p:cNvPr>
          <p:cNvSpPr txBox="1"/>
          <p:nvPr/>
        </p:nvSpPr>
        <p:spPr>
          <a:xfrm>
            <a:off x="6202024" y="4140299"/>
            <a:ext cx="176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Back-End Server communicates with an external web service to provide the postcode-checking functionality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5C1042E-EA6C-45C8-B00B-C82E9A5C4CD8}"/>
              </a:ext>
            </a:extLst>
          </p:cNvPr>
          <p:cNvSpPr txBox="1"/>
          <p:nvPr/>
        </p:nvSpPr>
        <p:spPr>
          <a:xfrm rot="18816786">
            <a:off x="8282939" y="1439144"/>
            <a:ext cx="17678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Primary Back-End Server maintains redundancy by propagating its data to all Secondary servers after handling a request, to update them and prepare them for their possible promotion to Primary status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F1C8046-6FE3-434F-92CA-96E0E9A242B3}"/>
              </a:ext>
            </a:extLst>
          </p:cNvPr>
          <p:cNvSpPr txBox="1"/>
          <p:nvPr/>
        </p:nvSpPr>
        <p:spPr>
          <a:xfrm>
            <a:off x="2391103" y="3258235"/>
            <a:ext cx="1638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Clients send requests and arguments to, and receive responses and data from, the Front-End Server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3741C5D-9F12-4D34-A086-F6865BE06C07}"/>
              </a:ext>
            </a:extLst>
          </p:cNvPr>
          <p:cNvSpPr txBox="1"/>
          <p:nvPr/>
        </p:nvSpPr>
        <p:spPr>
          <a:xfrm>
            <a:off x="10046324" y="536574"/>
            <a:ext cx="18300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i="1" dirty="0"/>
              <a:t>m </a:t>
            </a:r>
            <a:r>
              <a:rPr lang="en-GB" sz="900" dirty="0"/>
              <a:t>secondary servers, where </a:t>
            </a:r>
            <a:r>
              <a:rPr lang="en-GB" sz="900" b="1" i="1" dirty="0"/>
              <a:t>m</a:t>
            </a:r>
            <a:r>
              <a:rPr lang="en-GB" sz="900" dirty="0"/>
              <a:t> ≥ 2</a:t>
            </a:r>
          </a:p>
        </p:txBody>
      </p: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7068A65D-6514-4BC9-A7E7-B6ED99C4DC2D}"/>
              </a:ext>
            </a:extLst>
          </p:cNvPr>
          <p:cNvCxnSpPr>
            <a:endCxn id="13" idx="0"/>
          </p:cNvCxnSpPr>
          <p:nvPr/>
        </p:nvCxnSpPr>
        <p:spPr>
          <a:xfrm>
            <a:off x="5410200" y="1720850"/>
            <a:ext cx="2476500" cy="1193800"/>
          </a:xfrm>
          <a:prstGeom prst="curvedConnector2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Multiplication Sign 111">
            <a:extLst>
              <a:ext uri="{FF2B5EF4-FFF2-40B4-BE49-F238E27FC236}">
                <a16:creationId xmlns:a16="http://schemas.microsoft.com/office/drawing/2014/main" id="{2129F0D0-D0DC-4D67-ADEB-5607CAEB6710}"/>
              </a:ext>
            </a:extLst>
          </p:cNvPr>
          <p:cNvSpPr/>
          <p:nvPr/>
        </p:nvSpPr>
        <p:spPr>
          <a:xfrm>
            <a:off x="5483235" y="1345009"/>
            <a:ext cx="784860" cy="784860"/>
          </a:xfrm>
          <a:prstGeom prst="mathMultiply">
            <a:avLst>
              <a:gd name="adj1" fmla="val 49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E705DBE-C9C0-447C-89D7-C6A10BED34F7}"/>
              </a:ext>
            </a:extLst>
          </p:cNvPr>
          <p:cNvSpPr txBox="1"/>
          <p:nvPr/>
        </p:nvSpPr>
        <p:spPr>
          <a:xfrm>
            <a:off x="5419876" y="1970058"/>
            <a:ext cx="176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If Primary Back-End Server is inaccessible, Front-End Server promotes a Secondary Server to Primary status</a:t>
            </a:r>
          </a:p>
        </p:txBody>
      </p:sp>
    </p:spTree>
    <p:extLst>
      <p:ext uri="{BB962C8B-B14F-4D97-AF65-F5344CB8AC3E}">
        <p14:creationId xmlns:p14="http://schemas.microsoft.com/office/powerpoint/2010/main" val="193332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184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Kamil Hepak</dc:creator>
  <cp:lastModifiedBy>Kamil Hepak</cp:lastModifiedBy>
  <cp:revision>7</cp:revision>
  <dcterms:created xsi:type="dcterms:W3CDTF">2020-03-20T01:30:52Z</dcterms:created>
  <dcterms:modified xsi:type="dcterms:W3CDTF">2020-03-20T02:13:18Z</dcterms:modified>
</cp:coreProperties>
</file>